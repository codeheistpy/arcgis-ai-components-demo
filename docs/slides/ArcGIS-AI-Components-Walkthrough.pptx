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120640" cy="512064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731520"/>
            <a:ext cx="3291840" cy="3291840"/>
          </a:xfrm>
          <a:prstGeom prst="ellipse">
            <a:avLst/>
          </a:prstGeom>
          <a:solidFill>
            <a:srgbClr val="1C7293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371600"/>
            <a:ext cx="1051560" cy="10515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1645006"/>
            <a:ext cx="504749" cy="50474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maps, for free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7240" y="31546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Building an ArcGIS AI Components Demo App</a:t>
            </a:r>
            <a:endParaRPr lang="en-US" sz="4200" dirty="0"/>
          </a:p>
        </p:txBody>
      </p:sp>
      <p:sp>
        <p:nvSpPr>
          <p:cNvPr id="8" name="Text 5"/>
          <p:cNvSpPr/>
          <p:nvPr/>
        </p:nvSpPr>
        <p:spPr>
          <a:xfrm>
            <a:off x="822960" y="45720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Vite + React + TypeScript template for the AI components (beta) in the ArcGIS Maps SDK for JavaScript 5.0 — putting an assistant beside a web map over your own hosted feature layer.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out-of-the-box agents</a:t>
            </a:r>
            <a:pPr indent="0" marL="0">
              <a:buNone/>
            </a:pPr>
            <a:r>
              <a:rPr lang="en-US" sz="1300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Phase 2: custom LangGraph agent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idea: AI on top of the spatial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well-modeled hosted feature layer unlocks a natural-language interface with no extra data work — the assistant queries the same layer that drives your dashboard.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71016" y="2468880"/>
            <a:ext cx="1005840" cy="100584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2534" y="273039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pipeline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your metric and shape the data however you like</a:t>
            </a:r>
            <a:endParaRPr lang="en-US" sz="11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310896" cy="31089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2900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19709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614" y="2730398"/>
            <a:ext cx="482803" cy="48280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6616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361188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Publishes a hosted feature layer</a:t>
            </a:r>
            <a:endParaRPr lang="en-US" sz="11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608" y="3364992"/>
            <a:ext cx="310896" cy="31089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5508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123176" y="24688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4" y="2730398"/>
            <a:ext cx="482803" cy="482803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9224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53796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+ embeddings; the agent's semantic index</a:t>
            </a:r>
            <a:endParaRPr lang="en-US" sz="11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688" y="3364992"/>
            <a:ext cx="310896" cy="31089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281160" y="2148840"/>
            <a:ext cx="2542032" cy="2743200"/>
          </a:xfrm>
          <a:prstGeom prst="roundRect">
            <a:avLst>
              <a:gd name="adj" fmla="val 359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10049256" y="246888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0774" y="2730398"/>
            <a:ext cx="482803" cy="482803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418320" y="361188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App</a:t>
            </a:r>
            <a:endParaRPr lang="en-US" sz="1500" dirty="0"/>
          </a:p>
        </p:txBody>
      </p:sp>
      <p:sp>
        <p:nvSpPr>
          <p:cNvPr id="26" name="Text 17"/>
          <p:cNvSpPr/>
          <p:nvPr/>
        </p:nvSpPr>
        <p:spPr>
          <a:xfrm>
            <a:off x="9464040" y="40233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&lt;arcgis-assistant&gt; chat beside the map</a:t>
            </a:r>
            <a:endParaRPr lang="en-US" sz="1150" dirty="0"/>
          </a:p>
        </p:txBody>
      </p:sp>
      <p:sp>
        <p:nvSpPr>
          <p:cNvPr id="27" name="Text 18"/>
          <p:cNvSpPr/>
          <p:nvPr/>
        </p:nvSpPr>
        <p:spPr>
          <a:xfrm>
            <a:off x="502920" y="5212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 </a:t>
            </a:r>
            <a:pPr algn="ctr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and the assistant read the same feature layer. The conversational interface comes </a:t>
            </a:r>
            <a:pPr algn="ctr"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for free.</a:t>
            </a:r>
            <a:endParaRPr lang="en-US" sz="1500" dirty="0"/>
          </a:p>
        </p:txBody>
      </p:sp>
      <p:sp>
        <p:nvSpPr>
          <p:cNvPr id="28" name="Text 19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GIS side comes first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 comes from ArcGIS Online configuration, not app code. Do both — in order — before you touch the app.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68680" cy="8686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328977"/>
            <a:ext cx="416966" cy="41696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A — Populate metadata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Layer: a meaningful name + a description of its purpose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Fields: descriptive aliases AND descriptions (the layer item's Data → Fields)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reason over this — cryptic field names lead to wrong answers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200400"/>
          </a:xfrm>
          <a:prstGeom prst="roundRect">
            <a:avLst>
              <a:gd name="adj" fmla="val 2857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10312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9537" y="2328977"/>
            <a:ext cx="416966" cy="41696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19456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 — Generate embeddings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310896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map item → Settings → Manage AI vector embeddings → Generate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 semantic index of layer titles + field metadata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AFTER Step A; re-generate after any metadata/schema change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521208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2120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metadata first, then embed. 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is the easy 20% — this GIS prep is the 80% that decides answer quality.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Get started with the repo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686800" y="566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README.md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Clone, configure, run — the repo carries the detail.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642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61872" y="16459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Clone:  git clone https://github.com/CodeHeistPy/arcgis-ai-components-demo.git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22576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225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61872" y="23042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 npm install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980944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9809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61872" y="296265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 cp .env.example .env.local  →  set VITE_ARCGIS_OAUTH_APP_ID + VITE_WEBMAP_ID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639312"/>
            <a:ext cx="512064" cy="51206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6393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61872" y="362102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 npm run dev  →  http://localhost:5173, then sign in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97680"/>
            <a:ext cx="512064" cy="512064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2976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61872" y="42793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yours:  edit src/scenarios/scenario-01-sample (config.ts + prompts.ts)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0292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Prereqs first:  </a:t>
            </a:r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GIS prep (metadata + embeddings) and an OAuth credentials item. The README and WALKTHROUGH.md carry the rest.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Register the app: OAuth credentials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595360" y="56692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DEV-OAUTH-CREDENTIALS.md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app signs users in with a Client ID from ArcGIS Online — one-time, no code. (The no-code Data Explorer path skips this.)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556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Online → Content → New item → Developer credentials → OAuth credentials (user auth)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688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2450592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redirect URL: http://localhost:5173  (add your deployed origin later)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182112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1821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3163824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Client ID — no client secret needed (PKCE for single-page apps)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895344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953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80160" y="387705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it in .env.local → VITE_ARCGIS_OAUTH_APP_ID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02920" y="480060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800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 Creator user type or higher.  </a:t>
            </a:r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USER authentication, not app auth — the assistant's AI calls are gated on the signed-in user.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Connecting users: SAML vs built-in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use the same OAuth 2.0 user-auth flow and the same app code — the only lever is the portal URL.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account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ArcGIS Online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in directly on the ArcGIS sign-in page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password policy applies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Username, e.g. jsmith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3108960"/>
          </a:xfrm>
          <a:prstGeom prst="roundRect">
            <a:avLst>
              <a:gd name="adj" fmla="val 2941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65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10312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 / org-specific login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583680" y="2971800"/>
            <a:ext cx="4800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live in your identity provider (IdP)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Redirected to your IdP to sign in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Formerly called "enterprise logins"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carries the org-key suffix: jsmith@ORG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5120640"/>
            <a:ext cx="11201400" cy="960120"/>
          </a:xfrm>
          <a:prstGeom prst="roundRect">
            <a:avLst>
              <a:gd name="adj" fmla="val 7619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51206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lever is VITE_PORTAL_URL: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www.arcgis.com (generic sign-in)  vs  https://&lt;org-key&gt;.maps.arcgis.com (targets your org → routes SAML members to your IdP).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Two ways to ship it: code vs no-code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107899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prepared web map, two front ends — the no-code path is for GIS users without developer skills.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0B2545"/>
          </a:solidFill>
          <a:ln/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— JavaScript SDK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68680" y="30175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repo: Vite + React + TypeScript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UI, OAuth, your branding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Phase 2 custom agent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F4F7FA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83680" y="20574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765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0574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No-code — Instant Apps Data Explorer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83680" y="301752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Preset template, assistant wired in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welcome message + sample questions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&amp; share from ArcGIS Online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02920" y="493776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0B2545"/>
          </a:solidFill>
          <a:ln/>
        </p:spPr>
      </p:sp>
      <p:sp>
        <p:nvSpPr>
          <p:cNvPr id="15" name="Text 11"/>
          <p:cNvSpPr/>
          <p:nvPr/>
        </p:nvSpPr>
        <p:spPr>
          <a:xfrm>
            <a:off x="868680" y="4937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build on the same Activity #1 prep:  </a:t>
            </a:r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metadata → vector embeddings. Going no-code does not skip the GIS work.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2545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Set up Data Explorer (no code)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686800" y="5669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doc.arcgis.com → Instant Apps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prepared web map to a shared app — no developer tools.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18488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1848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160020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the web map: field metadata → generate embeddings (item Settings, or in the app config)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68296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6829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80160" y="2350008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ArcGIS Instant Apps from your web map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18104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1181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280160" y="3099816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Data Explorer (beta) template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867912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8679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80160" y="3849624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welcome message, up to 5 sample questions, a help panel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530352" cy="530352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617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280160" y="4599432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(auto-saves); check tablet &amp; mobile via the Views menu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5367528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3675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280160" y="5349240"/>
            <a:ext cx="10332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Publish, then share (owner / organization / everyone) → Launch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ArcGIS Maps SDK 5.0 · AI Components Demo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754880" cy="4754880"/>
          </a:xfrm>
          <a:prstGeom prst="ellipse">
            <a:avLst/>
          </a:prstGeom>
          <a:solidFill>
            <a:srgbClr val="1331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4008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87782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874520" y="6400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repo handles the rest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ships in the repo — start at the README, which links the rest.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377440"/>
            <a:ext cx="5486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start here: setup + GIS-side-first</a:t>
            </a:r>
            <a:endParaRPr lang="en-US" sz="13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full build from scratch</a:t>
            </a:r>
            <a:endParaRPr lang="en-US" sz="13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DEV-OAUTH-CREDENTIALS.md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register the app / Client ID</a:t>
            </a:r>
            <a:endParaRPr lang="en-US" sz="13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ACTIVITY-2-AUTH.md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SAML vs built-in sign-in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492240" y="2377440"/>
            <a:ext cx="5212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ACTIVITY-2-DATA-EXPLORER.md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no-code path</a:t>
            </a:r>
            <a:endParaRPr lang="en-US" sz="13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LESSONS-LEARNED.md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gotchas + guidelines</a:t>
            </a:r>
            <a:endParaRPr lang="en-US" sz="13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run-sheet for presenting</a:t>
            </a:r>
            <a:endParaRPr lang="en-US" sz="1350" dirty="0"/>
          </a:p>
          <a:p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pPr indent="0" marL="0">
              <a:lnSpc>
                <a:spcPts val="1800"/>
              </a:lnSpc>
              <a:spcAft>
                <a:spcPts val="1200"/>
              </a:spcAft>
              <a:buNone/>
            </a:pPr>
            <a:r>
              <a:rPr lang="en-US" sz="1350" dirty="0">
                <a:solidFill>
                  <a:srgbClr val="C9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full project context + gotchas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22960" y="58064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DA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at the README — it links everything else.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ArcGIS AI Components Demo App</dc:title>
  <dc:subject>PptxGenJS Presentation</dc:subject>
  <dc:creator>ArcGIS AI Components Demo</dc:creator>
  <cp:lastModifiedBy>ArcGIS AI Components Demo</cp:lastModifiedBy>
  <cp:revision>1</cp:revision>
  <dcterms:created xsi:type="dcterms:W3CDTF">2026-06-30T15:04:42Z</dcterms:created>
  <dcterms:modified xsi:type="dcterms:W3CDTF">2026-06-30T15:04:42Z</dcterms:modified>
</cp:coreProperties>
</file>